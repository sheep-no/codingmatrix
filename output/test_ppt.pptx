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校园安全教育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构建安全校园环境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905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</a:defRPr>
            </a:pPr>
            <a:r>
              <a:t>第一章 校园安全概述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了解校园安全的重要性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校园安全要点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交通安全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食品安全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消防安全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网络安全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心理安全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安全教育措施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定期开展安全演练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建立安全管理制度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加强安全知识培训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安全教育活动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组织消防演练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开展急救培训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安全第一，预防为主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核心要点：让我们共同守护校园安全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