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48495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校园安全教育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生成时间：2026-05-27</a:t>
            </a:r>
          </a:p>
        </p:txBody>
      </p:sp>
      <p:sp>
        <p:nvSpPr>
          <p:cNvPr id="8" name="Oval 7"/>
          <p:cNvSpPr/>
          <p:nvPr/>
        </p:nvSpPr>
        <p:spPr>
          <a:xfrm>
            <a:off x="10362895" y="5486400"/>
            <a:ext cx="1828800" cy="1371600"/>
          </a:xfrm>
          <a:prstGeom prst="ellipse">
            <a:avLst/>
          </a:prstGeom>
          <a:solidFill>
            <a:srgbClr val="FF996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1097280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Arial"/>
              </a:defRPr>
            </a:pPr>
            <a:r>
              <a:t>校园安全教育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554480"/>
            <a:ext cx="137160" cy="1371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校园安全教育</a:t>
            </a:r>
          </a:p>
        </p:txBody>
      </p:sp>
      <p:sp>
        <p:nvSpPr>
          <p:cNvPr id="10" name="Oval 9"/>
          <p:cNvSpPr/>
          <p:nvPr/>
        </p:nvSpPr>
        <p:spPr>
          <a:xfrm>
            <a:off x="10362895" y="5486400"/>
            <a:ext cx="1828800" cy="1371600"/>
          </a:xfrm>
          <a:prstGeom prst="ellipse">
            <a:avLst/>
          </a:prstGeom>
          <a:solidFill>
            <a:srgbClr val="FF996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772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2 /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1097280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Arial"/>
              </a:defRPr>
            </a:pPr>
            <a: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554480"/>
            <a:ext cx="137160" cy="1371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1. 引言</a:t>
            </a:r>
            <a:br/>
            <a:r>
              <a:t>2. 主体内容</a:t>
            </a:r>
            <a:br/>
            <a:r>
              <a:t>3. 总结</a:t>
            </a:r>
          </a:p>
        </p:txBody>
      </p:sp>
      <p:sp>
        <p:nvSpPr>
          <p:cNvPr id="10" name="Oval 9"/>
          <p:cNvSpPr/>
          <p:nvPr/>
        </p:nvSpPr>
        <p:spPr>
          <a:xfrm>
            <a:off x="10362895" y="5486400"/>
            <a:ext cx="1828800" cy="1371600"/>
          </a:xfrm>
          <a:prstGeom prst="ellipse">
            <a:avLst/>
          </a:prstGeom>
          <a:solidFill>
            <a:srgbClr val="FF996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772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3 /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1097280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Arial"/>
              </a:defRPr>
            </a:pPr>
            <a:r>
              <a:t>引言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554480"/>
            <a:ext cx="137160" cy="1371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校园安全教育</a:t>
            </a:r>
          </a:p>
        </p:txBody>
      </p:sp>
      <p:sp>
        <p:nvSpPr>
          <p:cNvPr id="10" name="Oval 9"/>
          <p:cNvSpPr/>
          <p:nvPr/>
        </p:nvSpPr>
        <p:spPr>
          <a:xfrm>
            <a:off x="10362895" y="5486400"/>
            <a:ext cx="1828800" cy="1371600"/>
          </a:xfrm>
          <a:prstGeom prst="ellipse">
            <a:avLst/>
          </a:prstGeom>
          <a:solidFill>
            <a:srgbClr val="FF996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772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4 /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1097280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Arial"/>
              </a:defRPr>
            </a:pPr>
            <a:r>
              <a:t>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7295" cy="27432"/>
          </a:xfrm>
          <a:prstGeom prst="rect">
            <a:avLst/>
          </a:prstGeom>
          <a:solidFill>
            <a:srgbClr val="57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554480"/>
            <a:ext cx="137160" cy="1371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核心要点总结</a:t>
            </a:r>
          </a:p>
        </p:txBody>
      </p:sp>
      <p:sp>
        <p:nvSpPr>
          <p:cNvPr id="10" name="Oval 9"/>
          <p:cNvSpPr/>
          <p:nvPr/>
        </p:nvSpPr>
        <p:spPr>
          <a:xfrm>
            <a:off x="10362895" y="5486400"/>
            <a:ext cx="1828800" cy="1371600"/>
          </a:xfrm>
          <a:prstGeom prst="ellipse">
            <a:avLst/>
          </a:prstGeom>
          <a:solidFill>
            <a:srgbClr val="FF996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77295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3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