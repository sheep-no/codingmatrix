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03864"/>
                </a:solidFill>
              </a:defRPr>
            </a:pPr>
            <a:r>
              <a:t>校园安全教育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529"/>
                </a:solidFill>
              </a:defRPr>
            </a:pPr>
            <a:r>
              <a:t>构建安全校园环境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868E96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905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03864"/>
                </a:solidFill>
              </a:defRPr>
            </a:pPr>
            <a:r>
              <a:t>第一章 校园安全概述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905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12529"/>
                </a:solidFill>
              </a:defRPr>
            </a:pPr>
            <a:r>
              <a:t>了解校园安全的重要性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868E96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3864"/>
                </a:solidFill>
              </a:defRPr>
            </a:pPr>
            <a:r>
              <a:t>校园安全要点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529"/>
                </a:solidFill>
              </a:defRPr>
            </a:pPr>
            <a:r>
              <a:t>• 交通安全</a:t>
            </a:r>
          </a:p>
          <a:p>
            <a:pPr>
              <a:spcAft>
                <a:spcPts val="1400"/>
              </a:spcAft>
              <a:defRPr sz="1800">
                <a:solidFill>
                  <a:srgbClr val="212529"/>
                </a:solidFill>
              </a:defRPr>
            </a:pPr>
            <a:r>
              <a:t>• 食品安全</a:t>
            </a:r>
          </a:p>
          <a:p>
            <a:pPr>
              <a:spcAft>
                <a:spcPts val="1400"/>
              </a:spcAft>
              <a:defRPr sz="1800">
                <a:solidFill>
                  <a:srgbClr val="212529"/>
                </a:solidFill>
              </a:defRPr>
            </a:pPr>
            <a:r>
              <a:t>• 消防安全</a:t>
            </a:r>
          </a:p>
          <a:p>
            <a:pPr>
              <a:spcAft>
                <a:spcPts val="1400"/>
              </a:spcAft>
              <a:defRPr sz="1800">
                <a:solidFill>
                  <a:srgbClr val="212529"/>
                </a:solidFill>
              </a:defRPr>
            </a:pPr>
            <a:r>
              <a:t>• 网络安全</a:t>
            </a:r>
          </a:p>
          <a:p>
            <a:pPr>
              <a:spcAft>
                <a:spcPts val="1400"/>
              </a:spcAft>
              <a:defRPr sz="1800">
                <a:solidFill>
                  <a:srgbClr val="212529"/>
                </a:solidFill>
              </a:defRPr>
            </a:pPr>
            <a:r>
              <a:t>• 心理安全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868E96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3864"/>
                </a:solidFill>
              </a:defRPr>
            </a:pPr>
            <a:r>
              <a:t>安全教育措施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定期开展安全演练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建立安全管理制度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加强安全知识培训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868E96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3864"/>
                </a:solidFill>
              </a:defRPr>
            </a:pPr>
            <a:r>
              <a:t>安全教育活动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组织消防演练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开展急救培训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868E96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3864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12529"/>
                </a:solidFill>
              </a:defRPr>
            </a:pPr>
            <a:r>
              <a:t>安全第一，预防为主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核心要点：让我们共同守护校园安全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868E96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